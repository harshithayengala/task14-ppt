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Tasks by Skill Area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E9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F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F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Python
Analysis</c:v>
                  </c:pt>
                  <c:pt idx="1">
                    <c:v>Power BI
Dashboards</c:v>
                  </c:pt>
                  <c:pt idx="2">
                    <c:v>SQL</c:v>
                  </c:pt>
                  <c:pt idx="3">
                    <c:v>ML
Models</c:v>
                  </c:pt>
                  <c:pt idx="4">
                    <c:v>Statistical
Tests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7"/>
          </a:solidFill>
          <a:ln w="12700">
            <a:solidFill>
              <a:srgbClr val="162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Report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 Solution  ·  13 Tasks Completed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Yengala  |  July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SQL · Power BI · Excel · Scikit-learn · Statsmodels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51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29000" y="1783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051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comprehensive 13-task Data Analytics internship with Edutech Solution. 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skills across the full DA workflow — from raw data cleaning to predictive modelling and business reporting.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Scikit-learn, Statsmodels) for analysis &amp; 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for Amazon Sales, Superstore &amp; Financial KPIs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relational database queries, JOINs, and subqueries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T-tests, A/B testing, confidence intervals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1 – 6: Data Foundation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755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3990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 — missing values, duplicates, outliers (IQR), normalization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7667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76672" y="13990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 — summary stats, correlation heatmap, pairplot, boxplot with Seaborn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6334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— Bar, Line, Pie charts in Power BI with interactive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76672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26334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P-value, Mean/Median/Mode on experiment groups with SciPy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8679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dataset — One-hot encoding, StandardScaler, interaction terms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38679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SELECT, INNER JOIN, GROUP BY, subqueries on customers &amp; orders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7 – 13: Advanced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755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3990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dataset — interactive slicers, Bar/Pie/Line charts in Power BI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76672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76672" y="13990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dataset — KPI cards (Sales, Profit, Gross Sales), trend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6334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stock — moving averages, seasonal decomposition, ADF stationarity 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76672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26334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+ K-Means clustering (3 segments) with scatter cluster plot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8679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marketing data — RMSE, R² evaluation, actual vs predicted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38679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 — T-test, P-value, 95% confidence intervals, Group B winner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91740" y="4681728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91740" y="46817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Data Storytelling  —  Case study report, narrative flow, 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9144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1500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Wins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0" y="1261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13.1% vs 10.0% conversion — statistically significant (p &lt; 0.05)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77840" y="187452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AAPL: Non-Stationary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22219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trend grows over time — ADF test confirmed non-stationarity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Segment: Set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31821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Sales: 'Set' category highest revenue across all categories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379476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Leads Profit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414223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Superstore: Government segment outperforms Enterprise in profitability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69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 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proves Group B design increases conversions by 31% relative lift. Recommend full rollout.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69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5584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Segments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identified 3 customer tiers. Focus retention budget on high-RFM cluster.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69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3620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Stock Seasonality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shows clear seasonal decomposition pattern — use for timing investment decisions.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Marketing Spend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72160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 connects Ad Spend to Sales. Prioritize channels with highest coefficient.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55848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SQL-Driven Reporting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55848" y="372160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GROUP BY queries reduce manual reporting time — scalable for larger datasets.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6208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First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372160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KPI dashboards give stakeholders real-time visibility without needing raw data access.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delivered end-to-end exposure to real-world data analytics — from messy raw data to boardroom-ready dashboards and statistically validated business decisions.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23317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331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3317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331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10896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Regression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&amp; Statistical Testing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Yengala  ·  Jayamukhi Institute of Technological Sciences  ·  B.Tech CSM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github.com/Harshithayengala  ·  harshithayengala.github.io/my-portfolio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Internship Report</dc:title>
  <dc:subject>PptxGenJS Presentation</dc:subject>
  <dc:creator>PptxGenJS</dc:creator>
  <cp:lastModifiedBy>PptxGenJS</cp:lastModifiedBy>
  <cp:revision>1</cp:revision>
  <dcterms:created xsi:type="dcterms:W3CDTF">2026-07-01T07:05:45Z</dcterms:created>
  <dcterms:modified xsi:type="dcterms:W3CDTF">2026-07-01T07:05:45Z</dcterms:modified>
</cp:coreProperties>
</file>